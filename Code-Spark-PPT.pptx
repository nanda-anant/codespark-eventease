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every bracketed field. Do not move or resize the logos.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406978"/>
            <a:ext cx="105664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2179098"/>
            <a:ext cx="10566433" cy="386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406978"/>
            <a:ext cx="105664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2179098"/>
            <a:ext cx="10566433" cy="386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7999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767" y="508000"/>
            <a:ext cx="10566466" cy="863589"/>
          </a:xfrm>
          <a:prstGeom prst="roundRect">
            <a:avLst>
              <a:gd name="adj" fmla="val 11765"/>
            </a:avLst>
          </a:prstGeom>
          <a:solidFill>
            <a:srgbClr val="F6F0E6"/>
          </a:solidFill>
          <a:ln/>
        </p:spPr>
        <p:txBody>
          <a:bodyPr/>
          <a:p/>
        </p:txBody>
      </p:sp>
      <p:pic>
        <p:nvPicPr>
          <p:cNvPr id="4" name="Image 0" descr="Atmiya University logo">    </p:cNvPr>
          <p:cNvPicPr>
            <a:picLocks noChangeAspect="1"/>
          </p:cNvPicPr>
          <p:nvPr/>
        </p:nvPicPr>
        <p:blipFill>
          <a:blip r:embed="rId1"/>
          <a:srcRect l="-84" r="-84" t="0" b="0"/>
          <a:stretch/>
        </p:blipFill>
        <p:spPr>
          <a:xfrm>
            <a:off x="1066767" y="685767"/>
            <a:ext cx="1790678" cy="508000"/>
          </a:xfrm>
          <a:prstGeom prst="rect">
            <a:avLst/>
          </a:prstGeom>
        </p:spPr>
      </p:pic>
      <p:pic>
        <p:nvPicPr>
          <p:cNvPr id="5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8731360" y="635000"/>
            <a:ext cx="609589" cy="609589"/>
          </a:xfrm>
          <a:prstGeom prst="rect">
            <a:avLst/>
          </a:prstGeom>
        </p:spPr>
      </p:pic>
      <p:pic>
        <p:nvPicPr>
          <p:cNvPr id="6" name="Image 2" descr="ADSC logo">    </p:cNvPr>
          <p:cNvPicPr>
            <a:picLocks noChangeAspect="1"/>
          </p:cNvPicPr>
          <p:nvPr/>
        </p:nvPicPr>
        <p:blipFill>
          <a:blip r:embed="rId3"/>
          <a:srcRect l="0" r="0" t="-76" b="-76"/>
          <a:stretch/>
        </p:blipFill>
        <p:spPr>
          <a:xfrm>
            <a:off x="9645716" y="774678"/>
            <a:ext cx="1479517" cy="33017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767" y="2231705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3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ATMIYA DEVELOPER STUDENTS CLUB PRESENTS</a:t>
            </a:r>
            <a:endParaRPr lang="en-US" sz="1200" dirty="0"/>
          </a:p>
        </p:txBody>
      </p:sp>
      <p:sp>
        <p:nvSpPr>
          <p:cNvPr id="8" name="Text 3"/>
          <p:cNvSpPr/>
          <p:nvPr>
            <p:ph type="title"/>
          </p:nvPr>
        </p:nvSpPr>
        <p:spPr>
          <a:xfrm>
            <a:off x="812767" y="2673670"/>
            <a:ext cx="10883460" cy="985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i="0" spc="100" kern="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CODE CARNIVAL </a:t>
            </a:r>
            <a:r>
              <a:rPr lang="en-US" sz="7200" b="1" i="0" spc="100" kern="0" dirty="0">
                <a:solidFill>
                  <a:srgbClr val="EF4350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3.0</a:t>
            </a:r>
            <a:endParaRPr lang="en-US" sz="7200" dirty="0"/>
          </a:p>
        </p:txBody>
      </p:sp>
      <p:sp>
        <p:nvSpPr>
          <p:cNvPr id="9" name="Text 4"/>
          <p:cNvSpPr/>
          <p:nvPr/>
        </p:nvSpPr>
        <p:spPr>
          <a:xfrm>
            <a:off x="812767" y="3862365"/>
            <a:ext cx="108834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Idea Submission · The Heist Plan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815942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/>
          <p:nvPr/>
        </p:nvSpPr>
        <p:spPr>
          <a:xfrm>
            <a:off x="994062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94062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388864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4566984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ID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66984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895F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961786" y="4378556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8139905" y="4531265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39905" y="4795407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Anant Nanda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15942" y="5391249"/>
            <a:ext cx="6987139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94062" y="5543958"/>
            <a:ext cx="682982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PROBLEM STATEMENT TITLE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94062" y="5808100"/>
            <a:ext cx="682982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EventEase: College Event Registration &amp; Check-In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961786" y="5391249"/>
            <a:ext cx="3414216" cy="853987"/>
          </a:xfrm>
          <a:prstGeom prst="roundRect">
            <a:avLst>
              <a:gd name="adj" fmla="val 557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8139905" y="5543958"/>
            <a:ext cx="314971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THEME / TRACK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139905" y="5808100"/>
            <a:ext cx="314971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PS-03 · Event Management / Digital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7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 · THE TARGET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PROBLEM STATEMENT &amp; UNDERSTANDING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5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/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2"/>
            <a:ext cx="5175294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1070295" y="2548324"/>
            <a:ext cx="480658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54877" y="2949609"/>
            <a:ext cx="471438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Colleges run many events, but registration and entry are still manual: paper lists, forms and spreadsheets.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Result: long queues, wrong attendance counts, duplicate or fake entries.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Organisers cannot see registrations, capacity and attendance in one place.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200764" y="2319382"/>
            <a:ext cx="5175294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6455116" y="2548324"/>
            <a:ext cx="480658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UNDERSTANDING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539698" y="2949609"/>
            <a:ext cx="471438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Affected: students, event organisers and college administrators.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Impact: slow entry, unreliable attendance data, extra organiser workload.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Root cause: registration and on-site check-in run in separate, unlinked tools.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Gap: manual lists cannot enforce seat limits or block repeat entry.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Why now: event count and participation grow every semester.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2767" y="6238269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08983" y="6238269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7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2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12767" y="114283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 · THE PLAN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/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2"/>
            <a:ext cx="5161183" cy="3519443"/>
          </a:xfrm>
          <a:prstGeom prst="roundRect">
            <a:avLst>
              <a:gd name="adj" fmla="val 2075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1070295" y="2548324"/>
            <a:ext cx="4792052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IDEA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54877" y="2949608"/>
            <a:ext cx="469985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EventEase: a web platform for event registration and QR check-in with live attendance.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Students register online and instantly get a Registration ID, Entry Code and QR pass.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Organiser scans the QR or types the code; the server verifies and records check-in once.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Duplicate scans are rejected by the database itself (unique key), not only by the UI.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Seat limits are enforced at registration; one dashboard shows registrations vs attendance.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193003" y="2325732"/>
            <a:ext cx="5176705" cy="3506743"/>
          </a:xfrm>
          <a:prstGeom prst="roundRect">
            <a:avLst>
              <a:gd name="adj" fmla="val 1901"/>
            </a:avLst>
          </a:prstGeom>
          <a:noFill/>
          <a:ln w="19050">
            <a:solidFill>
              <a:srgbClr val="B9AC9A"/>
            </a:solidFill>
            <a:prstDash val="dash"/>
          </a:ln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6582541" y="4206240"/>
            <a:ext cx="4397573" cy="274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PLATFORM, THREE ROLES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0" y="4526280"/>
            <a:ext cx="484632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registers · EventEase verifies · Organiser scans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12767" y="6238269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08983" y="6238269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200" dirty="0"/>
          </a:p>
        </p:txBody>
      </p:sp>
      <p:sp>
        <p:nvSpPr>
          <p:cNvPr id="17" name="Rounded Rectangle 16"/>
          <p:cNvSpPr/>
          <p:nvPr/>
        </p:nvSpPr>
        <p:spPr>
          <a:xfrm>
            <a:off x="6446520" y="3337560"/>
            <a:ext cx="1542288" cy="594360"/>
          </a:xfrm>
          <a:prstGeom prst="roundRect">
            <a:avLst/>
          </a:prstGeom>
          <a:solidFill>
            <a:srgbClr val="133553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84236" y="3551529"/>
            <a:ext cx="146304" cy="166420"/>
          </a:xfrm>
          <a:prstGeom prst="rightArrow">
            <a:avLst/>
          </a:prstGeom>
          <a:solidFill>
            <a:srgbClr val="28B7D6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8536" y="3337560"/>
            <a:ext cx="1542288" cy="594360"/>
          </a:xfrm>
          <a:prstGeom prst="roundRect">
            <a:avLst/>
          </a:prstGeom>
          <a:solidFill>
            <a:srgbClr val="133553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EventEase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36252" y="3551529"/>
            <a:ext cx="146304" cy="166420"/>
          </a:xfrm>
          <a:prstGeom prst="rightArrow">
            <a:avLst/>
          </a:prstGeom>
          <a:solidFill>
            <a:srgbClr val="28B7D6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0552" y="3337560"/>
            <a:ext cx="1542288" cy="594360"/>
          </a:xfrm>
          <a:prstGeom prst="roundRect">
            <a:avLst/>
          </a:prstGeom>
          <a:solidFill>
            <a:srgbClr val="133553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Organizer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 · THE ARSENAL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KEY FEATURES / FUNCTIONALITY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7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/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4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1019473" y="2497503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1679828" y="2497503"/>
            <a:ext cx="425728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 Creation &amp; Capacity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679828" y="2792071"/>
            <a:ext cx="4257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 creates events with date, venue, capacity and registration window. Seats never exceed the limit.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175353" y="2319384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6378883" y="2497503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7039239" y="2497503"/>
            <a:ext cx="425728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Registration + QR Pass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039239" y="2792071"/>
            <a:ext cx="4257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Validated form, duplicate registration blocked. Instant Registration ID, Entry Code and downloadable QR pass.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5942" y="4158456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1019473" y="4336579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1679828" y="4336579"/>
            <a:ext cx="425728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QR / Code Check-In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79828" y="4631147"/>
            <a:ext cx="4257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Organiser scans the QR or enters the code; the server verifies participant and event in a second.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5353" y="4158456"/>
            <a:ext cx="5200705" cy="1680369"/>
          </a:xfrm>
          <a:prstGeom prst="roundRect">
            <a:avLst>
              <a:gd name="adj" fmla="val 434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6378883" y="4336579"/>
            <a:ext cx="558800" cy="43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7039239" y="4336579"/>
            <a:ext cx="4257286" cy="26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Duplicate Block + Dashboard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039239" y="4631147"/>
            <a:ext cx="425728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second check-in is rejected with a clear alert. Live counts of registrations, check-ins, attendance %.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 · THE EXECUTION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THE SOLUTION WILL WORK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/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2767" y="2316209"/>
            <a:ext cx="2317805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990534" y="2468563"/>
            <a:ext cx="2021139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90534" y="2732705"/>
            <a:ext cx="20211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Participant registers</a:t>
            </a:r>
            <a:endParaRPr lang="en-US" sz="1300" dirty="0"/>
          </a:p>
        </p:txBody>
      </p:sp>
      <p:pic>
        <p:nvPicPr>
          <p:cNvPr id="12" name="Image 3" descr="connector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3206750" y="2648536"/>
            <a:ext cx="279356" cy="127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562284" y="2316209"/>
            <a:ext cx="2317860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3740050" y="2468563"/>
            <a:ext cx="202119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740050" y="2732705"/>
            <a:ext cx="2021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 + capacity</a:t>
            </a:r>
            <a:endParaRPr lang="en-US" sz="1300" dirty="0"/>
          </a:p>
        </p:txBody>
      </p:sp>
      <p:pic>
        <p:nvPicPr>
          <p:cNvPr id="16" name="Image 4" descr="connector">    </p:cNvPr>
          <p:cNvPicPr>
            <a:picLocks noChangeAspect="1"/>
          </p:cNvPicPr>
          <p:nvPr/>
        </p:nvPicPr>
        <p:blipFill>
          <a:blip r:embed="rId5"/>
          <a:srcRect l="0" r="0" t="-8" b="-8"/>
          <a:stretch/>
        </p:blipFill>
        <p:spPr>
          <a:xfrm>
            <a:off x="5956322" y="2648536"/>
            <a:ext cx="279356" cy="1270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311855" y="2316209"/>
            <a:ext cx="2317805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  <p:txBody>
          <a:bodyPr/>
          <a:p/>
        </p:txBody>
      </p:sp>
      <p:sp>
        <p:nvSpPr>
          <p:cNvPr id="18" name="Text 11"/>
          <p:cNvSpPr/>
          <p:nvPr/>
        </p:nvSpPr>
        <p:spPr>
          <a:xfrm>
            <a:off x="6489622" y="2468563"/>
            <a:ext cx="2021139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489622" y="2732705"/>
            <a:ext cx="21400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Save; issue unique QR</a:t>
            </a:r>
            <a:endParaRPr lang="en-US" sz="1300" dirty="0"/>
          </a:p>
        </p:txBody>
      </p:sp>
      <p:pic>
        <p:nvPicPr>
          <p:cNvPr id="20" name="Image 5" descr="connector">    </p:cNvPr>
          <p:cNvPicPr>
            <a:picLocks noChangeAspect="1"/>
          </p:cNvPicPr>
          <p:nvPr/>
        </p:nvPicPr>
        <p:blipFill>
          <a:blip r:embed="rId6"/>
          <a:srcRect l="0" r="0" t="-8" b="-8"/>
          <a:stretch/>
        </p:blipFill>
        <p:spPr>
          <a:xfrm>
            <a:off x="8705838" y="2648536"/>
            <a:ext cx="279356" cy="12700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061372" y="2316209"/>
            <a:ext cx="2317860" cy="791710"/>
          </a:xfrm>
          <a:prstGeom prst="roundRect">
            <a:avLst>
              <a:gd name="adj" fmla="val 9625"/>
            </a:avLst>
          </a:prstGeom>
          <a:solidFill>
            <a:srgbClr val="17120F"/>
          </a:solidFill>
          <a:ln/>
        </p:spPr>
        <p:txBody>
          <a:bodyPr/>
          <a:p/>
        </p:txBody>
      </p:sp>
      <p:sp>
        <p:nvSpPr>
          <p:cNvPr id="22" name="Text 14"/>
          <p:cNvSpPr/>
          <p:nvPr/>
        </p:nvSpPr>
        <p:spPr>
          <a:xfrm>
            <a:off x="9239139" y="2468563"/>
            <a:ext cx="202119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9239139" y="2732705"/>
            <a:ext cx="2021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6F0E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Scan; check in once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822292" y="3295210"/>
            <a:ext cx="10547416" cy="2537266"/>
          </a:xfrm>
          <a:prstGeom prst="roundRect">
            <a:avLst>
              <a:gd name="adj" fmla="val 2628"/>
            </a:avLst>
          </a:prstGeom>
          <a:noFill/>
          <a:ln w="19050">
            <a:solidFill>
              <a:srgbClr val="B9AC9A"/>
            </a:solidFill>
            <a:prstDash val="dash"/>
          </a:ln>
        </p:spPr>
        <p:txBody>
          <a:bodyPr/>
          <a:p/>
        </p:txBody>
      </p:sp>
      <p:sp>
        <p:nvSpPr>
          <p:cNvPr id="26" name="Text 18"/>
          <p:cNvSpPr/>
          <p:nvPr/>
        </p:nvSpPr>
        <p:spPr>
          <a:xfrm>
            <a:off x="1097280" y="5257800"/>
            <a:ext cx="99669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Second scan of the same code → DUPLICATE CHECK-IN rejected · Dashboard updates live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200" dirty="0"/>
          </a:p>
        </p:txBody>
      </p:sp>
      <p:sp>
        <p:nvSpPr>
          <p:cNvPr id="29" name="Rounded Rectangle 28"/>
          <p:cNvSpPr/>
          <p:nvPr/>
        </p:nvSpPr>
        <p:spPr>
          <a:xfrm>
            <a:off x="685800" y="4343400"/>
            <a:ext cx="2615184" cy="685800"/>
          </a:xfrm>
          <a:prstGeom prst="roundRect">
            <a:avLst/>
          </a:prstGeom>
          <a:solidFill>
            <a:srgbClr val="133553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296412" y="4590288"/>
            <a:ext cx="146304" cy="192024"/>
          </a:xfrm>
          <a:prstGeom prst="rightArrow">
            <a:avLst/>
          </a:prstGeom>
          <a:solidFill>
            <a:srgbClr val="28B7D6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0712" y="4343400"/>
            <a:ext cx="2615184" cy="685800"/>
          </a:xfrm>
          <a:prstGeom prst="roundRect">
            <a:avLst/>
          </a:prstGeom>
          <a:solidFill>
            <a:srgbClr val="133553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021324" y="4590288"/>
            <a:ext cx="146304" cy="192024"/>
          </a:xfrm>
          <a:prstGeom prst="rightArrow">
            <a:avLst/>
          </a:prstGeom>
          <a:solidFill>
            <a:srgbClr val="28B7D6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35624" y="4343400"/>
            <a:ext cx="2615184" cy="685800"/>
          </a:xfrm>
          <a:prstGeom prst="roundRect">
            <a:avLst/>
          </a:prstGeom>
          <a:solidFill>
            <a:srgbClr val="133553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Save + QR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46236" y="4590288"/>
            <a:ext cx="146304" cy="192024"/>
          </a:xfrm>
          <a:prstGeom prst="rightArrow">
            <a:avLst/>
          </a:prstGeom>
          <a:solidFill>
            <a:srgbClr val="28B7D6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60536" y="4343400"/>
            <a:ext cx="2615184" cy="685800"/>
          </a:xfrm>
          <a:prstGeom prst="roundRect">
            <a:avLst/>
          </a:prstGeom>
          <a:solidFill>
            <a:srgbClr val="133553"/>
          </a:solidFill>
          <a:ln>
            <a:solidFill>
              <a:srgbClr val="28B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Scan + Check 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 · THE GEAR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TECHNOLOGY / TECH STACK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/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2767" y="2316206"/>
            <a:ext cx="10566466" cy="2701175"/>
          </a:xfrm>
          <a:prstGeom prst="rect">
            <a:avLst/>
          </a:prstGeom>
          <a:solidFill>
            <a:srgbClr val="FFFDF8"/>
          </a:solidFill>
          <a:ln/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11376058" y="2316206"/>
            <a:ext cx="0" cy="2701175"/>
          </a:xfrm>
          <a:prstGeom prst="line">
            <a:avLst/>
          </a:prstGeom>
          <a:noFill/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1" name="Shape 6"/>
          <p:cNvSpPr/>
          <p:nvPr/>
        </p:nvSpPr>
        <p:spPr>
          <a:xfrm>
            <a:off x="812767" y="5014206"/>
            <a:ext cx="10566466" cy="0"/>
          </a:xfrm>
          <a:prstGeom prst="line">
            <a:avLst/>
          </a:prstGeom>
          <a:noFill/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2326789"/>
          <a:ext cx="10552355" cy="2687064"/>
        </p:xfrm>
        <a:graphic>
          <a:graphicData uri="http://schemas.openxmlformats.org/drawingml/2006/table">
            <a:tbl>
              <a:tblPr/>
              <a:tblGrid>
                <a:gridCol w="2321518"/>
                <a:gridCol w="3482277"/>
                <a:gridCol w="4748560"/>
              </a:tblGrid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Layer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Technology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0E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Why we chose it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0F"/>
                    </a:solidFill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Frontend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HTML5, CSS3, JavaScript, Bootstrap 5, Chart.js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Responsive UI and live charts, quick to build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2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Backend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PHP 8 (PDO, sessions, CSRF tokens)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Simple, secure, runs on any college PC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Database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MySQL with foreign + UNIQUE keys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Database itself blocks duplicate check-ins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QR / Scanner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qrcode.js, html5-qrcode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Generate pass QR and scan with phone camera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Hosting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XAMPP (Apache) / any PHP host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No paid cloud needed for demo or pilot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86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Tools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Git, GitHub, VS Code, phpMyAdmin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1917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Teamwork, version control, DB management</a:t>
                      </a:r>
                      <a:endParaRPr lang="en-US" sz="14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78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6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78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12767" y="1142836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 · INSIDE THE MINT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CURRENT PROGRESS / WORK DONE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4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/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1"/>
            <a:ext cx="3370946" cy="3519443"/>
          </a:xfrm>
          <a:prstGeom prst="roundRect">
            <a:avLst>
              <a:gd name="adj" fmla="val 216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1044884" y="2522913"/>
            <a:ext cx="30004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129466" y="2898787"/>
            <a:ext cx="29082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Problem analysis, workflow and database design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 login, event creation and management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Registration with unique ID, entry code and QR pass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QR / manual check-in with duplicate rejection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Dashboard, participant search, CSV report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396416" y="2319381"/>
            <a:ext cx="3370946" cy="3519443"/>
          </a:xfrm>
          <a:prstGeom prst="roundRect">
            <a:avLst>
              <a:gd name="adj" fmla="val 2166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4625357" y="2522913"/>
            <a:ext cx="3000454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C8102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709939" y="2898787"/>
            <a:ext cx="29082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end-to-end testing and bug fixing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 edit and image upload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Waitlist and email confirmation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Public GitHub repo and demo link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7983239" y="2325731"/>
            <a:ext cx="3386468" cy="3506743"/>
          </a:xfrm>
          <a:prstGeom prst="roundRect">
            <a:avLst>
              <a:gd name="adj" fmla="val 1969"/>
            </a:avLst>
          </a:prstGeom>
          <a:noFill/>
          <a:ln w="19050">
            <a:solidFill>
              <a:srgbClr val="B9AC9A"/>
            </a:solidFill>
            <a:prstDash val="dash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8176247" y="3685369"/>
            <a:ext cx="3000454" cy="52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 FLOW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83879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event → Register → QR → Check-in → Duplicate blocked → Dashboard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2767" y="6238270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08983" y="6238270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812767" y="330181"/>
            <a:ext cx="1428750" cy="406356"/>
          </a:xfrm>
          <a:prstGeom prst="rect">
            <a:avLst/>
          </a:prstGeom>
        </p:spPr>
      </p:pic>
      <p:pic>
        <p:nvPicPr>
          <p:cNvPr id="3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467948" y="304769"/>
            <a:ext cx="457178" cy="457178"/>
          </a:xfrm>
          <a:prstGeom prst="rect">
            <a:avLst/>
          </a:prstGeom>
        </p:spPr>
      </p:pic>
      <p:pic>
        <p:nvPicPr>
          <p:cNvPr id="4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10128304" y="393681"/>
            <a:ext cx="1250928" cy="27935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12767" y="939713"/>
            <a:ext cx="10566466" cy="2535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" name="Text 1"/>
          <p:cNvSpPr/>
          <p:nvPr/>
        </p:nvSpPr>
        <p:spPr>
          <a:xfrm>
            <a:off x="812767" y="1142839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 · THE GETAWAY</a:t>
            </a:r>
            <a:endParaRPr lang="en-US" sz="12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812767" y="14069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FUTURE PLAN / NEXT STEPS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12767" y="1925067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/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15942" y="2319387"/>
            <a:ext cx="3380317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1044884" y="2522916"/>
            <a:ext cx="3010106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44884" y="2837879"/>
            <a:ext cx="3010106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DURING THE HACKATHON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129466" y="3213751"/>
            <a:ext cx="29179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Finish end-to-end testing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Polish UI and demo data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 demo: register → scan → duplicate rejected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405786" y="2319387"/>
            <a:ext cx="3380372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4634728" y="2522916"/>
            <a:ext cx="301016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34728" y="2837879"/>
            <a:ext cx="301016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RIGHT AFTER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719310" y="3213751"/>
            <a:ext cx="291796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 edit, image upload, waitlist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Email confirmations and reminders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Attendance certificates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995686" y="2319387"/>
            <a:ext cx="3380372" cy="3519443"/>
          </a:xfrm>
          <a:prstGeom prst="roundRect">
            <a:avLst>
              <a:gd name="adj" fmla="val 2160"/>
            </a:avLst>
          </a:prstGeom>
          <a:solidFill>
            <a:srgbClr val="FFFDF8"/>
          </a:solidFill>
          <a:ln w="6350">
            <a:solidFill>
              <a:srgbClr val="E2D8C8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8224627" y="2522916"/>
            <a:ext cx="3010163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PHASE 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4627" y="2837879"/>
            <a:ext cx="301016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E191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LONG-TERM VISION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09209" y="3213751"/>
            <a:ext cx="291796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Multi-college, multi-organiser support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Pilot at one real college event</a:t>
            </a:r>
            <a:endParaRPr lang="en-US" sz="1400" dirty="0"/>
          </a:p>
          <a:p>
            <a:pPr algn="l" marL="169418" indent="-1694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E191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Hosted service for institutions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2767" y="6238273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08983" y="6238273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8102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2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56" cy="6857999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767" y="304769"/>
            <a:ext cx="10566466" cy="609534"/>
          </a:xfrm>
          <a:prstGeom prst="roundRect">
            <a:avLst>
              <a:gd name="adj" fmla="val 12501"/>
            </a:avLst>
          </a:prstGeom>
          <a:solidFill>
            <a:srgbClr val="F6F0E6"/>
          </a:solidFill>
          <a:ln/>
        </p:spPr>
        <p:txBody>
          <a:bodyPr/>
          <a:p/>
        </p:txBody>
      </p:sp>
      <p:pic>
        <p:nvPicPr>
          <p:cNvPr id="4" name="Image 0" descr="Atmiya University logo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1015945" y="406357"/>
            <a:ext cx="1428750" cy="406356"/>
          </a:xfrm>
          <a:prstGeom prst="rect">
            <a:avLst/>
          </a:prstGeom>
        </p:spPr>
      </p:pic>
      <p:pic>
        <p:nvPicPr>
          <p:cNvPr id="5" name="Image 1" descr="Centre for Research, Innovation and Translation logo">    </p:cNvPr>
          <p:cNvPicPr>
            <a:picLocks noChangeAspect="1"/>
          </p:cNvPicPr>
          <p:nvPr/>
        </p:nvPicPr>
        <p:blipFill>
          <a:blip r:embed="rId2"/>
          <a:srcRect l="-420" r="-420" t="0" b="0"/>
          <a:stretch/>
        </p:blipFill>
        <p:spPr>
          <a:xfrm>
            <a:off x="9264771" y="380950"/>
            <a:ext cx="457178" cy="457178"/>
          </a:xfrm>
          <a:prstGeom prst="rect">
            <a:avLst/>
          </a:prstGeom>
        </p:spPr>
      </p:pic>
      <p:pic>
        <p:nvPicPr>
          <p:cNvPr id="6" name="Image 2" descr="ADSC logo">    </p:cNvPr>
          <p:cNvPicPr>
            <a:picLocks noChangeAspect="1"/>
          </p:cNvPicPr>
          <p:nvPr/>
        </p:nvPicPr>
        <p:blipFill>
          <a:blip r:embed="rId3"/>
          <a:srcRect l="0" r="0" t="-111" b="-111"/>
          <a:stretch/>
        </p:blipFill>
        <p:spPr>
          <a:xfrm>
            <a:off x="9925127" y="469857"/>
            <a:ext cx="1250928" cy="27935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767" y="1092070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 · THE VAULT</a:t>
            </a:r>
            <a:endParaRPr lang="en-US" sz="1200" dirty="0"/>
          </a:p>
        </p:txBody>
      </p:sp>
      <p:sp>
        <p:nvSpPr>
          <p:cNvPr id="8" name="Text 3"/>
          <p:cNvSpPr/>
          <p:nvPr>
            <p:ph type="title"/>
          </p:nvPr>
        </p:nvSpPr>
        <p:spPr>
          <a:xfrm>
            <a:off x="812767" y="1356215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GITHUB REPOSITORY LINK</a:t>
            </a:r>
            <a:endParaRPr lang="en-US" sz="3200" dirty="0"/>
          </a:p>
        </p:txBody>
      </p:sp>
      <p:sp>
        <p:nvSpPr>
          <p:cNvPr id="9" name="Text 4"/>
          <p:cNvSpPr/>
          <p:nvPr/>
        </p:nvSpPr>
        <p:spPr>
          <a:xfrm>
            <a:off x="812767" y="1874298"/>
            <a:ext cx="1088346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/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19117" y="2271793"/>
            <a:ext cx="10553766" cy="856787"/>
          </a:xfrm>
          <a:prstGeom prst="roundRect">
            <a:avLst>
              <a:gd name="adj" fmla="val 8153"/>
            </a:avLst>
          </a:prstGeom>
          <a:noFill/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pic>
        <p:nvPicPr>
          <p:cNvPr id="11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7350" y="2522364"/>
            <a:ext cx="355589" cy="3555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10706" y="2504616"/>
            <a:ext cx="9789061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6F0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https://github.com/&lt;your-username&gt;/eventease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815942" y="3315872"/>
            <a:ext cx="2520972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14" name="Text 8"/>
          <p:cNvSpPr/>
          <p:nvPr/>
        </p:nvSpPr>
        <p:spPr>
          <a:xfrm>
            <a:off x="994062" y="3468582"/>
            <a:ext cx="222967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PUBLIC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94062" y="3732721"/>
            <a:ext cx="2229675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Repository visibility is set to public.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495620" y="3315872"/>
            <a:ext cx="2521027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17" name="Text 11"/>
          <p:cNvSpPr/>
          <p:nvPr/>
        </p:nvSpPr>
        <p:spPr>
          <a:xfrm>
            <a:off x="3673739" y="3468582"/>
            <a:ext cx="222973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README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73739" y="3732721"/>
            <a:ext cx="2229731" cy="69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Covers setup steps, features and team members.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175353" y="3315872"/>
            <a:ext cx="2520972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/>
          <p:nvPr/>
        </p:nvSpPr>
        <p:spPr>
          <a:xfrm>
            <a:off x="6353472" y="3468582"/>
            <a:ext cx="2229675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COMMITS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353472" y="3732721"/>
            <a:ext cx="2229675" cy="471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Regular commits from every team member.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855030" y="3315872"/>
            <a:ext cx="2521027" cy="2522956"/>
          </a:xfrm>
          <a:prstGeom prst="roundRect">
            <a:avLst>
              <a:gd name="adj" fmla="val 2897"/>
            </a:avLst>
          </a:prstGeom>
          <a:noFill/>
          <a:ln w="6350">
            <a:solidFill>
              <a:srgbClr val="4A3F38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9033150" y="3468582"/>
            <a:ext cx="2229731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 (OPTIONAL)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033150" y="3732721"/>
            <a:ext cx="2339732" cy="2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Demo: live on localhost during presentation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2767" y="6238273"/>
            <a:ext cx="58864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9CF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 Carnival 3.0 · ADSC, Atmiya University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108983" y="6238273"/>
            <a:ext cx="3270250" cy="23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F435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CodeSpark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 Carnival 3.0 Idea Submission Template">
  <a:themeElements>
    <a:clrScheme name="Code Carnival 3.0 Idea Submission Template">
      <a:dk1>
        <a:srgbClr val="1E1917"/>
      </a:dk1>
      <a:lt1>
        <a:srgbClr val="F6F0E6"/>
      </a:lt1>
      <a:dk2>
        <a:srgbClr val="544F4B"/>
      </a:dk2>
      <a:lt2>
        <a:srgbClr val="E0DBD1"/>
      </a:lt2>
      <a:accent1>
        <a:srgbClr val="C8102E"/>
      </a:accent1>
      <a:accent2>
        <a:srgbClr val="EF4350"/>
      </a:accent2>
      <a:accent3>
        <a:srgbClr val="5A504A"/>
      </a:accent3>
      <a:accent4>
        <a:srgbClr val="D9CFC2"/>
      </a:accent4>
      <a:accent5>
        <a:srgbClr val="9AA0A6"/>
      </a:accent5>
      <a:accent6>
        <a:srgbClr val="746F6A"/>
      </a:accent6>
      <a:hlink>
        <a:srgbClr val="0563C1"/>
      </a:hlink>
      <a:folHlink>
        <a:srgbClr val="954F72"/>
      </a:folHlink>
    </a:clrScheme>
    <a:fontScheme name="Code Carnival 3.0 Idea Submission Template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Carnival 3.0 Idea Submission Template</dc:title>
  <dc:subject/>
  <dc:creator/>
  <cp:lastModifiedBy/>
  <cp:revision>1</cp:revision>
  <dcterms:created xsi:type="dcterms:W3CDTF">2026-10-08T15:43:46Z</dcterms:created>
  <dcterms:modified xsi:type="dcterms:W3CDTF">2026-10-08T15:43:46Z</dcterms:modified>
</cp:coreProperties>
</file>